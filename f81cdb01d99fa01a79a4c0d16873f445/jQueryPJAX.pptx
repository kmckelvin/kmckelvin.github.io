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7" r:id="rId4"/>
    <p:sldId id="266" r:id="rId5"/>
    <p:sldId id="263" r:id="rId6"/>
    <p:sldId id="258" r:id="rId7"/>
    <p:sldId id="259" r:id="rId8"/>
    <p:sldId id="260" r:id="rId9"/>
    <p:sldId id="262" r:id="rId10"/>
    <p:sldId id="261" r:id="rId11"/>
    <p:sldId id="264" r:id="rId12"/>
    <p:sldId id="265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66" autoAdjust="0"/>
    <p:restoredTop sz="86400" autoAdjust="0"/>
  </p:normalViewPr>
  <p:slideViewPr>
    <p:cSldViewPr snapToGrid="0" snapToObjects="1">
      <p:cViewPr>
        <p:scale>
          <a:sx n="75" d="100"/>
          <a:sy n="75" d="100"/>
        </p:scale>
        <p:origin x="-306" y="-3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199" y="1295400"/>
            <a:ext cx="8228013" cy="1927225"/>
          </a:xfrm>
        </p:spPr>
        <p:txBody>
          <a:bodyPr tIns="0" bIns="0" anchor="b" anchorCtr="0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3307976"/>
            <a:ext cx="8228013" cy="1066800"/>
          </a:xfrm>
        </p:spPr>
        <p:txBody>
          <a:bodyPr tIns="0" bIns="0"/>
          <a:lstStyle>
            <a:lvl1pPr marL="0" indent="0" algn="ctr">
              <a:spcBef>
                <a:spcPts val="300"/>
              </a:spcBef>
              <a:buNone/>
              <a:defRPr sz="18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BC7E7-EA8E-4DA7-915E-CC098D9BADCB}" type="datetimeFigureOut">
              <a:rPr lang="en-US" smtClean="0"/>
              <a:t>8/12/2011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F5E10-5301-4EE6-90D2-A6C4A3F62BED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8292818" y="5804647"/>
            <a:ext cx="367088" cy="67710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sz="4400">
                <a:solidFill>
                  <a:schemeClr val="accent1"/>
                </a:solidFill>
                <a:latin typeface="Wingdings" pitchFamily="2" charset="2"/>
              </a:rPr>
              <a:t>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BC7E7-EA8E-4DA7-915E-CC098D9BADCB}" type="datetimeFigureOut">
              <a:rPr lang="en-US" smtClean="0"/>
              <a:t>8/12/2011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F5E10-5301-4EE6-90D2-A6C4A3F62B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36694"/>
            <a:ext cx="6400800" cy="1362075"/>
          </a:xfrm>
        </p:spPr>
        <p:txBody>
          <a:bodyPr anchor="b" anchorCtr="0"/>
          <a:lstStyle>
            <a:lvl1pPr algn="r">
              <a:defRPr sz="4600" b="0" cap="none" baseline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399" y="3609695"/>
            <a:ext cx="5181601" cy="1500187"/>
          </a:xfrm>
        </p:spPr>
        <p:txBody>
          <a:bodyPr anchor="t" anchorCtr="0"/>
          <a:lstStyle>
            <a:lvl1pPr marL="0" indent="0" algn="r">
              <a:spcBef>
                <a:spcPts val="300"/>
              </a:spcBef>
              <a:buNone/>
              <a:defRPr sz="1800" baseline="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79BC7E7-EA8E-4DA7-915E-CC098D9BADCB}" type="datetimeFigureOut">
              <a:rPr lang="en-US" smtClean="0"/>
              <a:t>8/12/2011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238999" y="6356350"/>
            <a:ext cx="144621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F2F5E10-5301-4EE6-90D2-A6C4A3F62BED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8292818" y="5804647"/>
            <a:ext cx="367088" cy="67710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sz="4400">
                <a:solidFill>
                  <a:schemeClr val="accent1"/>
                </a:solidFill>
                <a:latin typeface="Wingdings" pitchFamily="2" charset="2"/>
              </a:rPr>
              <a:t>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40664" y="2784475"/>
            <a:ext cx="3767328" cy="3252788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1946275" indent="-227013">
              <a:defRPr sz="1600"/>
            </a:lvl6pPr>
            <a:lvl7pPr marL="2173288" indent="-227013">
              <a:defRPr sz="1600"/>
            </a:lvl7pPr>
            <a:lvl8pPr marL="2398713" indent="-227013">
              <a:defRPr sz="1600"/>
            </a:lvl8pPr>
            <a:lvl9pPr marL="2625725" indent="-227013"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4753" y="2784475"/>
            <a:ext cx="3767328" cy="3252788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1946275" indent="-227013">
              <a:tabLst/>
              <a:defRPr sz="1600"/>
            </a:lvl6pPr>
            <a:lvl7pPr marL="2173288" indent="-227013">
              <a:tabLst/>
              <a:defRPr sz="1600"/>
            </a:lvl7pPr>
            <a:lvl8pPr marL="2398713" indent="-227013">
              <a:tabLst/>
              <a:defRPr sz="1600"/>
            </a:lvl8pPr>
            <a:lvl9pPr marL="2625725" indent="-227013">
              <a:tabLst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BC7E7-EA8E-4DA7-915E-CC098D9BADCB}" type="datetimeFigureOut">
              <a:rPr lang="en-US" smtClean="0"/>
              <a:t>8/12/2011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F5E10-5301-4EE6-90D2-A6C4A3F62B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0664" y="2232211"/>
            <a:ext cx="3767328" cy="762000"/>
          </a:xfrm>
        </p:spPr>
        <p:txBody>
          <a:bodyPr anchor="b">
            <a:noAutofit/>
          </a:bodyPr>
          <a:lstStyle>
            <a:lvl1pPr marL="0" indent="0" algn="ctr">
              <a:lnSpc>
                <a:spcPts val="2600"/>
              </a:lnSpc>
              <a:spcBef>
                <a:spcPts val="0"/>
              </a:spcBef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0664" y="3160059"/>
            <a:ext cx="3767328" cy="289149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1946275" indent="-234950">
              <a:defRPr sz="1600"/>
            </a:lvl6pPr>
            <a:lvl7pPr marL="2173288" indent="-234950">
              <a:defRPr sz="1600"/>
            </a:lvl7pPr>
            <a:lvl8pPr marL="2398713" indent="-234950">
              <a:defRPr sz="1600"/>
            </a:lvl8pPr>
            <a:lvl9pPr marL="2625725" indent="-234950"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31578" y="2232211"/>
            <a:ext cx="3767328" cy="762000"/>
          </a:xfrm>
        </p:spPr>
        <p:txBody>
          <a:bodyPr anchor="b">
            <a:noAutofit/>
          </a:bodyPr>
          <a:lstStyle>
            <a:lvl1pPr marL="0" indent="0" algn="ctr">
              <a:lnSpc>
                <a:spcPts val="2600"/>
              </a:lnSpc>
              <a:spcBef>
                <a:spcPts val="0"/>
              </a:spcBef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31578" y="3160059"/>
            <a:ext cx="3767328" cy="289149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1946275" indent="-234950">
              <a:defRPr sz="1600"/>
            </a:lvl6pPr>
            <a:lvl7pPr marL="2173288" indent="-234950">
              <a:defRPr sz="1600"/>
            </a:lvl7pPr>
            <a:lvl8pPr marL="2398713" indent="-234950">
              <a:defRPr sz="1600"/>
            </a:lvl8pPr>
            <a:lvl9pPr marL="2625725" indent="-234950"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BC7E7-EA8E-4DA7-915E-CC098D9BADCB}" type="datetimeFigureOut">
              <a:rPr lang="en-US" smtClean="0"/>
              <a:t>8/12/2011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F5E10-5301-4EE6-90D2-A6C4A3F62B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ntent, Top and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2784475"/>
            <a:ext cx="7656512" cy="155448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BC7E7-EA8E-4DA7-915E-CC098D9BADCB}" type="datetimeFigureOut">
              <a:rPr lang="en-US" smtClean="0"/>
              <a:t>8/12/2011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F5E10-5301-4EE6-90D2-A6C4A3F62BED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2"/>
          <p:cNvSpPr>
            <a:spLocks noGrp="1"/>
          </p:cNvSpPr>
          <p:nvPr>
            <p:ph sz="half" idx="13"/>
          </p:nvPr>
        </p:nvSpPr>
        <p:spPr>
          <a:xfrm>
            <a:off x="762000" y="4497070"/>
            <a:ext cx="7656512" cy="155448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36008" y="2784475"/>
            <a:ext cx="3767328" cy="155448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1946275" indent="-227013">
              <a:defRPr sz="1600"/>
            </a:lvl6pPr>
            <a:lvl7pPr marL="2173288" indent="-227013">
              <a:defRPr sz="1600"/>
            </a:lvl7pPr>
            <a:lvl8pPr marL="2398713" indent="-227013">
              <a:defRPr sz="1600"/>
            </a:lvl8pPr>
            <a:lvl9pPr marL="2625725" indent="-227013"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BC7E7-EA8E-4DA7-915E-CC098D9BADCB}" type="datetimeFigureOut">
              <a:rPr lang="en-US" smtClean="0"/>
              <a:t>8/12/2011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F5E10-5301-4EE6-90D2-A6C4A3F62BED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2"/>
          <p:cNvSpPr>
            <a:spLocks noGrp="1"/>
          </p:cNvSpPr>
          <p:nvPr>
            <p:ph sz="half" idx="13"/>
          </p:nvPr>
        </p:nvSpPr>
        <p:spPr>
          <a:xfrm>
            <a:off x="4636008" y="4497070"/>
            <a:ext cx="3767328" cy="155448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1946275" indent="-234950">
              <a:defRPr sz="1600"/>
            </a:lvl6pPr>
            <a:lvl7pPr marL="2173288" indent="-234950">
              <a:defRPr sz="1600"/>
            </a:lvl7pPr>
            <a:lvl8pPr marL="2398713" indent="-234950">
              <a:defRPr sz="1600"/>
            </a:lvl8pPr>
            <a:lvl9pPr marL="2625725" indent="-234950"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4"/>
          </p:nvPr>
        </p:nvSpPr>
        <p:spPr>
          <a:xfrm>
            <a:off x="740664" y="2784475"/>
            <a:ext cx="3767328" cy="3252788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1946275" indent="-234950">
              <a:defRPr sz="1600"/>
            </a:lvl6pPr>
            <a:lvl7pPr marL="2173288" indent="-234950">
              <a:defRPr sz="1600"/>
            </a:lvl7pPr>
            <a:lvl8pPr marL="2398713" indent="-234950">
              <a:defRPr sz="1600"/>
            </a:lvl8pPr>
            <a:lvl9pPr marL="2625725" indent="-234950"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36008" y="2784475"/>
            <a:ext cx="3767328" cy="155448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1946275" indent="-227013">
              <a:defRPr sz="1600"/>
            </a:lvl6pPr>
            <a:lvl7pPr marL="2173288" indent="-227013">
              <a:defRPr sz="1600"/>
            </a:lvl7pPr>
            <a:lvl8pPr marL="2398713" indent="-227013">
              <a:defRPr sz="1600"/>
            </a:lvl8pPr>
            <a:lvl9pPr marL="2625725" indent="-227013"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BC7E7-EA8E-4DA7-915E-CC098D9BADCB}" type="datetimeFigureOut">
              <a:rPr lang="en-US" smtClean="0"/>
              <a:t>8/12/2011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F5E10-5301-4EE6-90D2-A6C4A3F62BED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2"/>
          <p:cNvSpPr>
            <a:spLocks noGrp="1"/>
          </p:cNvSpPr>
          <p:nvPr>
            <p:ph sz="half" idx="13"/>
          </p:nvPr>
        </p:nvSpPr>
        <p:spPr>
          <a:xfrm>
            <a:off x="4636008" y="4497070"/>
            <a:ext cx="3767328" cy="155448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1946275" indent="-234950" algn="l" defTabSz="914400" rtl="0" eaLnBrk="1" latinLnBrk="0" hangingPunct="1">
              <a:spcBef>
                <a:spcPct val="20000"/>
              </a:spcBef>
              <a:buSzPct val="90000"/>
              <a:buFont typeface="Wingdings" pitchFamily="2" charset="2"/>
              <a:buChar char=""/>
              <a:defRPr 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173288" indent="-234950" algn="l" defTabSz="914400" rtl="0" eaLnBrk="1" latinLnBrk="0" hangingPunct="1">
              <a:spcBef>
                <a:spcPct val="20000"/>
              </a:spcBef>
              <a:buSzPct val="90000"/>
              <a:buFont typeface="Wingdings" pitchFamily="2" charset="2"/>
              <a:buChar char=""/>
              <a:defRPr 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398713" indent="-234950" algn="l" defTabSz="914400" rtl="0" eaLnBrk="1" latinLnBrk="0" hangingPunct="1">
              <a:spcBef>
                <a:spcPct val="20000"/>
              </a:spcBef>
              <a:buSzPct val="90000"/>
              <a:buFont typeface="Wingdings" pitchFamily="2" charset="2"/>
              <a:buChar char=""/>
              <a:defRPr 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625725" indent="-234950" algn="l" defTabSz="914400" rtl="0" eaLnBrk="1" latinLnBrk="0" hangingPunct="1">
              <a:spcBef>
                <a:spcPct val="20000"/>
              </a:spcBef>
              <a:buSzPct val="90000"/>
              <a:buFont typeface="Wingdings" pitchFamily="2" charset="2"/>
              <a:buChar char=""/>
              <a:defRPr lang="en-US" sz="16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10" name="Content Placeholder 2"/>
          <p:cNvSpPr>
            <a:spLocks noGrp="1"/>
          </p:cNvSpPr>
          <p:nvPr>
            <p:ph sz="half" idx="14"/>
          </p:nvPr>
        </p:nvSpPr>
        <p:spPr>
          <a:xfrm>
            <a:off x="739775" y="2784475"/>
            <a:ext cx="3767328" cy="155448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1946275" indent="-227013">
              <a:defRPr sz="1600"/>
            </a:lvl6pPr>
            <a:lvl7pPr marL="2173288" indent="-227013">
              <a:defRPr sz="1600"/>
            </a:lvl7pPr>
            <a:lvl8pPr marL="2398713" indent="-227013">
              <a:defRPr sz="1600"/>
            </a:lvl8pPr>
            <a:lvl9pPr marL="2625725" indent="-227013"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11" name="Content Placeholder 2"/>
          <p:cNvSpPr>
            <a:spLocks noGrp="1"/>
          </p:cNvSpPr>
          <p:nvPr>
            <p:ph sz="half" idx="15"/>
          </p:nvPr>
        </p:nvSpPr>
        <p:spPr>
          <a:xfrm>
            <a:off x="739775" y="4497070"/>
            <a:ext cx="3767328" cy="155448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1946275" indent="-234950" algn="l" defTabSz="914400" rtl="0" eaLnBrk="1" latinLnBrk="0" hangingPunct="1">
              <a:spcBef>
                <a:spcPct val="20000"/>
              </a:spcBef>
              <a:buSzPct val="90000"/>
              <a:buFont typeface="Wingdings" pitchFamily="2" charset="2"/>
              <a:buChar char=""/>
              <a:defRPr 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173288" indent="-234950" algn="l" defTabSz="914400" rtl="0" eaLnBrk="1" latinLnBrk="0" hangingPunct="1">
              <a:spcBef>
                <a:spcPct val="20000"/>
              </a:spcBef>
              <a:buSzPct val="90000"/>
              <a:buFont typeface="Wingdings" pitchFamily="2" charset="2"/>
              <a:buChar char=""/>
              <a:defRPr 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398713" indent="-234950" algn="l" defTabSz="914400" rtl="0" eaLnBrk="1" latinLnBrk="0" hangingPunct="1">
              <a:spcBef>
                <a:spcPct val="20000"/>
              </a:spcBef>
              <a:buSzPct val="90000"/>
              <a:buFont typeface="Wingdings" pitchFamily="2" charset="2"/>
              <a:buChar char=""/>
              <a:defRPr 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625725" indent="-234950" algn="l" defTabSz="914400" rtl="0" eaLnBrk="1" latinLnBrk="0" hangingPunct="1">
              <a:spcBef>
                <a:spcPct val="20000"/>
              </a:spcBef>
              <a:buSzPct val="90000"/>
              <a:buFont typeface="Wingdings" pitchFamily="2" charset="2"/>
              <a:buChar char=""/>
              <a:defRPr lang="en-US" sz="16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BC7E7-EA8E-4DA7-915E-CC098D9BADCB}" type="datetimeFigureOut">
              <a:rPr lang="en-US" smtClean="0"/>
              <a:t>8/12/2011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F5E10-5301-4EE6-90D2-A6C4A3F62B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BC7E7-EA8E-4DA7-915E-CC098D9BADCB}" type="datetimeFigureOut">
              <a:rPr lang="en-US" smtClean="0"/>
              <a:t>8/12/2011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F5E10-5301-4EE6-90D2-A6C4A3F62BED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381001"/>
            <a:ext cx="3509683" cy="2209800"/>
          </a:xfrm>
        </p:spPr>
        <p:txBody>
          <a:bodyPr anchor="b"/>
          <a:lstStyle>
            <a:lvl1pPr algn="l">
              <a:defRPr sz="44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0" y="273050"/>
            <a:ext cx="3657600" cy="585311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1946275" indent="-227013">
              <a:defRPr sz="1600"/>
            </a:lvl6pPr>
            <a:lvl7pPr marL="2173288" indent="-227013">
              <a:defRPr sz="1600"/>
            </a:lvl7pPr>
            <a:lvl8pPr marL="2398713" indent="-227013">
              <a:defRPr sz="1600"/>
            </a:lvl8pPr>
            <a:lvl9pPr marL="2625725" indent="-227013"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199" y="2649071"/>
            <a:ext cx="3509683" cy="3388192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79BC7E7-EA8E-4DA7-915E-CC098D9BADCB}" type="datetimeFigureOut">
              <a:rPr lang="en-US" smtClean="0"/>
              <a:t>8/12/2011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F5E10-5301-4EE6-90D2-A6C4A3F62B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1425" y="381001"/>
            <a:ext cx="3635375" cy="2209800"/>
          </a:xfrm>
        </p:spPr>
        <p:txBody>
          <a:bodyPr anchor="b"/>
          <a:lstStyle>
            <a:lvl1pPr algn="l">
              <a:defRPr sz="4400" b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51425" y="2649070"/>
            <a:ext cx="3635375" cy="3505667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79BC7E7-EA8E-4DA7-915E-CC098D9BADCB}" type="datetimeFigureOut">
              <a:rPr lang="en-US" smtClean="0"/>
              <a:t>8/12/2011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F5E10-5301-4EE6-90D2-A6C4A3F62BED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228600" y="1143000"/>
            <a:ext cx="4267200" cy="4267200"/>
          </a:xfrm>
          <a:prstGeom prst="ellipse">
            <a:avLst/>
          </a:prstGeom>
          <a:ln w="28575">
            <a:solidFill>
              <a:schemeClr val="accent1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s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1425" y="381001"/>
            <a:ext cx="3635375" cy="2209800"/>
          </a:xfrm>
        </p:spPr>
        <p:txBody>
          <a:bodyPr anchor="b"/>
          <a:lstStyle>
            <a:lvl1pPr algn="l">
              <a:defRPr sz="4400" b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51425" y="2649070"/>
            <a:ext cx="3635375" cy="3505667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79BC7E7-EA8E-4DA7-915E-CC098D9BADCB}" type="datetimeFigureOut">
              <a:rPr lang="en-US" smtClean="0"/>
              <a:t>8/12/2011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F5E10-5301-4EE6-90D2-A6C4A3F62BED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990600" y="2590800"/>
            <a:ext cx="3505200" cy="3505200"/>
          </a:xfrm>
          <a:prstGeom prst="ellipse">
            <a:avLst/>
          </a:prstGeom>
          <a:ln w="28575">
            <a:solidFill>
              <a:schemeClr val="accent1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Drag picture to placeholder or click icon to add</a:t>
            </a:r>
            <a:endParaRPr/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4"/>
          </p:nvPr>
        </p:nvSpPr>
        <p:spPr>
          <a:xfrm>
            <a:off x="2479675" y="1260475"/>
            <a:ext cx="1254125" cy="1254125"/>
          </a:xfrm>
          <a:prstGeom prst="ellipse">
            <a:avLst/>
          </a:prstGeom>
          <a:ln w="28575">
            <a:solidFill>
              <a:schemeClr val="accent1"/>
            </a:solidFill>
          </a:ln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Drag picture to placeholder or click icon to add</a:t>
            </a:r>
            <a:endParaRPr/>
          </a:p>
        </p:txBody>
      </p:sp>
      <p:sp>
        <p:nvSpPr>
          <p:cNvPr id="10" name="Picture Placeholder 8"/>
          <p:cNvSpPr>
            <a:spLocks noGrp="1"/>
          </p:cNvSpPr>
          <p:nvPr>
            <p:ph type="pic" sz="quarter" idx="15"/>
          </p:nvPr>
        </p:nvSpPr>
        <p:spPr>
          <a:xfrm>
            <a:off x="269875" y="762000"/>
            <a:ext cx="2092325" cy="2092325"/>
          </a:xfrm>
          <a:prstGeom prst="ellipse">
            <a:avLst/>
          </a:prstGeom>
          <a:ln w="28575">
            <a:solidFill>
              <a:schemeClr val="accent1"/>
            </a:solidFill>
          </a:ln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568388"/>
            <a:ext cx="8228013" cy="3468875"/>
          </a:xfrm>
        </p:spPr>
        <p:txBody>
          <a:bodyPr vert="eaVert"/>
          <a:lstStyle>
            <a:lvl5pPr>
              <a:defRPr/>
            </a:lvl5pPr>
            <a:lvl6pPr marL="1719072">
              <a:defRPr/>
            </a:lvl6pPr>
            <a:lvl7pPr marL="1719072">
              <a:defRPr/>
            </a:lvl7pPr>
            <a:lvl8pPr marL="1719072">
              <a:defRPr/>
            </a:lvl8pPr>
            <a:lvl9pPr marL="1719072"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BC7E7-EA8E-4DA7-915E-CC098D9BADCB}" type="datetimeFigureOut">
              <a:rPr lang="en-US" smtClean="0"/>
              <a:t>8/12/2011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F5E10-5301-4EE6-90D2-A6C4A3F62B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6600" y="274638"/>
            <a:ext cx="1524000" cy="5851525"/>
          </a:xfrm>
        </p:spPr>
        <p:txBody>
          <a:bodyPr vert="eaVert" anchor="t" anchorCtr="0"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416859"/>
            <a:ext cx="6019800" cy="5615642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BC7E7-EA8E-4DA7-915E-CC098D9BADCB}" type="datetimeFigureOut">
              <a:rPr lang="en-US" smtClean="0"/>
              <a:t>8/12/2011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F5E10-5301-4EE6-90D2-A6C4A3F62B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BC7E7-EA8E-4DA7-915E-CC098D9BADCB}" type="datetimeFigureOut">
              <a:rPr lang="en-US" smtClean="0"/>
              <a:t>8/12/2011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F5E10-5301-4EE6-90D2-A6C4A3F62BED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45141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9775" y="2770094"/>
            <a:ext cx="7662864" cy="32671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79BC7E7-EA8E-4DA7-915E-CC098D9BADCB}" type="datetimeFigureOut">
              <a:rPr lang="en-US" smtClean="0"/>
              <a:t>8/12/2011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789613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05300" y="6356350"/>
            <a:ext cx="533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9F2F5E10-5301-4EE6-90D2-A6C4A3F62BE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600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ts val="2000"/>
        </a:spcBef>
        <a:buClr>
          <a:schemeClr val="accent1"/>
        </a:buClr>
        <a:buSzPct val="90000"/>
        <a:buFont typeface="Wingdings" pitchFamily="2" charset="2"/>
        <a:buChar char="S"/>
        <a:defRPr sz="22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336550" algn="l" defTabSz="914400" rtl="0" eaLnBrk="1" latinLnBrk="0" hangingPunct="1">
        <a:spcBef>
          <a:spcPts val="600"/>
        </a:spcBef>
        <a:buClr>
          <a:schemeClr val="accent1">
            <a:lumMod val="60000"/>
            <a:lumOff val="40000"/>
          </a:schemeClr>
        </a:buClr>
        <a:buSzPct val="90000"/>
        <a:buFont typeface="Wingdings" pitchFamily="2" charset="2"/>
        <a:buChar char="S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035050" indent="-349250" algn="l" defTabSz="914400" rtl="0" eaLnBrk="1" latinLnBrk="0" hangingPunct="1">
        <a:spcBef>
          <a:spcPts val="600"/>
        </a:spcBef>
        <a:buClr>
          <a:schemeClr val="accent1"/>
        </a:buClr>
        <a:buSzPct val="90000"/>
        <a:buFont typeface="Wingdings" pitchFamily="2" charset="2"/>
        <a:buChar char="S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371600" indent="-336550" algn="l" defTabSz="914400" rtl="0" eaLnBrk="1" latinLnBrk="0" hangingPunct="1">
        <a:spcBef>
          <a:spcPts val="600"/>
        </a:spcBef>
        <a:buClr>
          <a:schemeClr val="accent1">
            <a:lumMod val="60000"/>
            <a:lumOff val="40000"/>
          </a:schemeClr>
        </a:buClr>
        <a:buSzPct val="90000"/>
        <a:buFont typeface="Wingdings" pitchFamily="2" charset="2"/>
        <a:buChar char="S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720850" indent="-349250" algn="l" defTabSz="914400" rtl="0" eaLnBrk="1" latinLnBrk="0" hangingPunct="1">
        <a:spcBef>
          <a:spcPts val="600"/>
        </a:spcBef>
        <a:buClr>
          <a:schemeClr val="accent1"/>
        </a:buClr>
        <a:buSzPct val="90000"/>
        <a:buFont typeface="Wingdings" pitchFamily="2" charset="2"/>
        <a:buChar char="S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055813" indent="-344488" algn="l" defTabSz="9144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90000"/>
        <a:buFont typeface="Wingdings" pitchFamily="2" charset="2"/>
        <a:buChar char=""/>
        <a:defRPr lang="en-US" sz="18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398713" indent="-344488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Wingdings" pitchFamily="2" charset="2"/>
        <a:buChar char=""/>
        <a:defRPr lang="en-US" sz="18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2743200" indent="-344488" algn="l" defTabSz="9144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90000"/>
        <a:buFont typeface="Wingdings" pitchFamily="2" charset="2"/>
        <a:buChar char=""/>
        <a:defRPr lang="en-US" sz="18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087688" indent="-344488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Wingdings" pitchFamily="2" charset="2"/>
        <a:buChar char=""/>
        <a:defRPr lang="en-US" sz="1800" kern="120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github.com/defunkt/jquery-pjax" TargetMode="External"/><Relationship Id="rId2" Type="http://schemas.openxmlformats.org/officeDocument/2006/relationships/hyperlink" Target="http://jquery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hyperlink" Target="http://mcdev.za.net/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nodejs.org/" TargetMode="External"/><Relationship Id="rId2" Type="http://schemas.openxmlformats.org/officeDocument/2006/relationships/hyperlink" Target="http://documentcloud.github.com/backbone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jQuery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PJAX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Speeding up the Client</a:t>
            </a:r>
          </a:p>
          <a:p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2400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Kevin </a:t>
            </a:r>
            <a:r>
              <a:rPr lang="en-US" sz="2400" i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McKelvin</a:t>
            </a:r>
            <a:r>
              <a:rPr lang="en-US" sz="2400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– Devs4Devs – 13 August 2011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199" y="5710535"/>
            <a:ext cx="30353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Calibri" pitchFamily="34" charset="0"/>
                <a:cs typeface="Calibri" pitchFamily="34" charset="0"/>
              </a:rPr>
              <a:t>Blog: </a:t>
            </a:r>
            <a:r>
              <a:rPr lang="en-US" dirty="0">
                <a:latin typeface="Calibri" pitchFamily="34" charset="0"/>
                <a:cs typeface="Calibri" pitchFamily="34" charset="0"/>
              </a:rPr>
              <a:t>http://mcdev.za.net</a:t>
            </a:r>
          </a:p>
          <a:p>
            <a:r>
              <a:rPr lang="en-US" b="1" dirty="0">
                <a:latin typeface="Calibri" pitchFamily="34" charset="0"/>
                <a:cs typeface="Calibri" pitchFamily="34" charset="0"/>
              </a:rPr>
              <a:t>Twitter: </a:t>
            </a:r>
            <a:r>
              <a:rPr lang="en-US" dirty="0">
                <a:latin typeface="Calibri" pitchFamily="34" charset="0"/>
                <a:cs typeface="Calibri" pitchFamily="34" charset="0"/>
              </a:rPr>
              <a:t>@</a:t>
            </a:r>
            <a:r>
              <a:rPr lang="en-US" dirty="0" err="1">
                <a:latin typeface="Calibri" pitchFamily="34" charset="0"/>
                <a:cs typeface="Calibri" pitchFamily="34" charset="0"/>
              </a:rPr>
              <a:t>kmckelvin</a:t>
            </a:r>
            <a:endParaRPr lang="en-US" dirty="0">
              <a:latin typeface="Calibri" pitchFamily="34" charset="0"/>
              <a:cs typeface="Calibri" pitchFamily="34" charset="0"/>
            </a:endParaRPr>
          </a:p>
          <a:p>
            <a:r>
              <a:rPr lang="en-US" b="1" dirty="0">
                <a:latin typeface="Calibri" pitchFamily="34" charset="0"/>
                <a:cs typeface="Calibri" pitchFamily="34" charset="0"/>
              </a:rPr>
              <a:t>Email: </a:t>
            </a:r>
            <a:r>
              <a:rPr lang="en-US" dirty="0">
                <a:latin typeface="Calibri" pitchFamily="34" charset="0"/>
                <a:cs typeface="Calibri" pitchFamily="34" charset="0"/>
              </a:rPr>
              <a:t>kmckelvin@gmail.com</a:t>
            </a:r>
            <a:endParaRPr lang="en-US" dirty="0"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4919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this.Speaker.ToString</a:t>
            </a:r>
            <a:r>
              <a:rPr lang="en-US" dirty="0" smtClean="0"/>
              <a:t>();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219" y="2770094"/>
            <a:ext cx="5189419" cy="3267169"/>
          </a:xfrm>
        </p:spPr>
        <p:txBody>
          <a:bodyPr>
            <a:normAutofit/>
          </a:bodyPr>
          <a:lstStyle/>
          <a:p>
            <a:r>
              <a:rPr lang="en-US" dirty="0" smtClean="0"/>
              <a:t>Kevin </a:t>
            </a:r>
            <a:r>
              <a:rPr lang="en-US" dirty="0" err="1" smtClean="0"/>
              <a:t>McKelvin</a:t>
            </a:r>
            <a:endParaRPr lang="en-US" dirty="0" smtClean="0"/>
          </a:p>
          <a:p>
            <a:r>
              <a:rPr lang="en-US" dirty="0" smtClean="0"/>
              <a:t>C</a:t>
            </a:r>
            <a:r>
              <a:rPr lang="en-US" dirty="0" smtClean="0"/>
              <a:t>#, Ruby, JavaScript developer</a:t>
            </a:r>
          </a:p>
          <a:p>
            <a:pPr lvl="1"/>
            <a:r>
              <a:rPr lang="en-US" dirty="0" smtClean="0"/>
              <a:t>Blog</a:t>
            </a:r>
            <a:r>
              <a:rPr lang="en-US" dirty="0" smtClean="0"/>
              <a:t>: http://mcdev.za.net</a:t>
            </a:r>
          </a:p>
          <a:p>
            <a:pPr lvl="1"/>
            <a:r>
              <a:rPr lang="en-US" dirty="0" smtClean="0"/>
              <a:t>Twitter: @</a:t>
            </a:r>
            <a:r>
              <a:rPr lang="en-US" dirty="0" err="1" smtClean="0"/>
              <a:t>kmckelvin</a:t>
            </a:r>
            <a:endParaRPr lang="en-US" dirty="0" smtClean="0"/>
          </a:p>
          <a:p>
            <a:pPr lvl="1"/>
            <a:r>
              <a:rPr lang="en-US" dirty="0" smtClean="0"/>
              <a:t>Email: </a:t>
            </a:r>
            <a:r>
              <a:rPr lang="en-US" dirty="0" smtClean="0"/>
              <a:t>kmckelvin@gmail.com</a:t>
            </a:r>
            <a:endParaRPr lang="en-US" dirty="0"/>
          </a:p>
        </p:txBody>
      </p:sp>
      <p:pic>
        <p:nvPicPr>
          <p:cNvPr id="1027" name="Picture 3" descr="C:\Users\Kevin\AppData\Local\Microsoft\Windows\Temporary Internet Files\Content.IE5\SIHBAVAX\MC900048446[1].wmf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145" y="3150462"/>
            <a:ext cx="1698041" cy="223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0085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ZA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Interactive Web</a:t>
            </a:r>
            <a:endParaRPr lang="en-ZA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252131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 smtClean="0"/>
              <a:t>The First Evolution</a:t>
            </a:r>
            <a:endParaRPr lang="en-ZA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ZA" sz="4000" dirty="0" smtClean="0"/>
              <a:t>AJAX</a:t>
            </a:r>
          </a:p>
          <a:p>
            <a:r>
              <a:rPr lang="en-ZA" sz="4000" dirty="0" smtClean="0"/>
              <a:t>Partial Refreshes</a:t>
            </a:r>
          </a:p>
          <a:p>
            <a:r>
              <a:rPr lang="en-ZA" sz="4000" dirty="0" smtClean="0"/>
              <a:t>#!</a:t>
            </a:r>
          </a:p>
        </p:txBody>
      </p:sp>
      <p:pic>
        <p:nvPicPr>
          <p:cNvPr id="3074" name="Picture 2" descr="http://1.bp.blogspot.com/_BYX14125JUQ/Skw-HpOUfPI/AAAAAAAAJ5w/fOd66Ui0I-o/s400/Fiore_Square_Wheel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2870200"/>
            <a:ext cx="3810000" cy="285750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9825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563" y="2862263"/>
            <a:ext cx="7762875" cy="250507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91934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 smtClean="0"/>
              <a:t>Interactive Web (AJAX)</a:t>
            </a:r>
            <a:endParaRPr lang="en-ZA" dirty="0"/>
          </a:p>
        </p:txBody>
      </p:sp>
      <p:sp>
        <p:nvSpPr>
          <p:cNvPr id="5" name="Rectangle 4"/>
          <p:cNvSpPr/>
          <p:nvPr/>
        </p:nvSpPr>
        <p:spPr>
          <a:xfrm>
            <a:off x="1290415" y="2444894"/>
            <a:ext cx="7169921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4000" dirty="0">
                <a:latin typeface="Consolas" pitchFamily="49" charset="0"/>
                <a:cs typeface="Consolas" pitchFamily="49" charset="0"/>
              </a:rPr>
              <a:t>$.ajax({</a:t>
            </a:r>
          </a:p>
          <a:p>
            <a:r>
              <a:rPr lang="it-IT" sz="4000" dirty="0">
                <a:latin typeface="Consolas" pitchFamily="49" charset="0"/>
                <a:cs typeface="Consolas" pitchFamily="49" charset="0"/>
              </a:rPr>
              <a:t>  url: url,</a:t>
            </a:r>
          </a:p>
          <a:p>
            <a:r>
              <a:rPr lang="it-IT" sz="4000" dirty="0">
                <a:latin typeface="Consolas" pitchFamily="49" charset="0"/>
                <a:cs typeface="Consolas" pitchFamily="49" charset="0"/>
              </a:rPr>
              <a:t>  data: </a:t>
            </a:r>
            <a:r>
              <a:rPr lang="it-IT" sz="4000" dirty="0" smtClean="0">
                <a:latin typeface="Consolas" pitchFamily="49" charset="0"/>
                <a:cs typeface="Consolas" pitchFamily="49" charset="0"/>
              </a:rPr>
              <a:t>{id: 1},</a:t>
            </a:r>
            <a:endParaRPr lang="it-IT" sz="4000" dirty="0">
              <a:latin typeface="Consolas" pitchFamily="49" charset="0"/>
              <a:cs typeface="Consolas" pitchFamily="49" charset="0"/>
            </a:endParaRPr>
          </a:p>
          <a:p>
            <a:r>
              <a:rPr lang="it-IT" sz="4000" dirty="0">
                <a:latin typeface="Consolas" pitchFamily="49" charset="0"/>
                <a:cs typeface="Consolas" pitchFamily="49" charset="0"/>
              </a:rPr>
              <a:t>  success: </a:t>
            </a:r>
            <a:r>
              <a:rPr lang="it-IT" sz="4000" dirty="0" smtClean="0">
                <a:latin typeface="Consolas" pitchFamily="49" charset="0"/>
                <a:cs typeface="Consolas" pitchFamily="49" charset="0"/>
              </a:rPr>
              <a:t>function(data) </a:t>
            </a:r>
          </a:p>
          <a:p>
            <a:r>
              <a:rPr lang="it-IT" sz="4000" dirty="0">
                <a:latin typeface="Consolas" pitchFamily="49" charset="0"/>
                <a:cs typeface="Consolas" pitchFamily="49" charset="0"/>
              </a:rPr>
              <a:t> </a:t>
            </a:r>
            <a:r>
              <a:rPr lang="it-IT" sz="4000" dirty="0" smtClean="0">
                <a:latin typeface="Consolas" pitchFamily="49" charset="0"/>
                <a:cs typeface="Consolas" pitchFamily="49" charset="0"/>
              </a:rPr>
              <a:t> { ... },</a:t>
            </a:r>
          </a:p>
          <a:p>
            <a:r>
              <a:rPr lang="it-IT" sz="4000" dirty="0" smtClean="0">
                <a:latin typeface="Consolas" pitchFamily="49" charset="0"/>
                <a:cs typeface="Consolas" pitchFamily="49" charset="0"/>
              </a:rPr>
              <a:t>  dataType: </a:t>
            </a:r>
            <a:r>
              <a:rPr lang="it-IT" sz="4000" dirty="0" smtClean="0">
                <a:latin typeface="Consolas" pitchFamily="49" charset="0"/>
                <a:cs typeface="Consolas" pitchFamily="49" charset="0"/>
              </a:rPr>
              <a:t>‘html’</a:t>
            </a:r>
            <a:endParaRPr lang="it-IT" sz="4000" dirty="0">
              <a:latin typeface="Consolas" pitchFamily="49" charset="0"/>
              <a:cs typeface="Consolas" pitchFamily="49" charset="0"/>
            </a:endParaRPr>
          </a:p>
          <a:p>
            <a:r>
              <a:rPr lang="it-IT" sz="4000" dirty="0">
                <a:latin typeface="Consolas" pitchFamily="49" charset="0"/>
                <a:cs typeface="Consolas" pitchFamily="49" charset="0"/>
              </a:rPr>
              <a:t>});</a:t>
            </a:r>
            <a:endParaRPr lang="en-ZA" sz="4000" dirty="0"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2202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 smtClean="0"/>
              <a:t>The Problems</a:t>
            </a: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ZA" sz="7200" dirty="0" smtClean="0"/>
              <a:t>Permalinks</a:t>
            </a:r>
          </a:p>
          <a:p>
            <a:r>
              <a:rPr lang="en-ZA" sz="7200" dirty="0" smtClean="0"/>
              <a:t>Unpredictable Back Button</a:t>
            </a:r>
            <a:endParaRPr lang="en-ZA" sz="7200" dirty="0" smtClean="0"/>
          </a:p>
          <a:p>
            <a:r>
              <a:rPr lang="en-ZA" sz="7200" dirty="0" smtClean="0"/>
              <a:t>#! In </a:t>
            </a:r>
            <a:r>
              <a:rPr lang="en-ZA" sz="7200" dirty="0" smtClean="0"/>
              <a:t>URLs</a:t>
            </a:r>
          </a:p>
          <a:p>
            <a:r>
              <a:rPr lang="en-ZA" sz="7200" dirty="0" err="1" smtClean="0"/>
              <a:t>window.location.hash</a:t>
            </a:r>
            <a:endParaRPr lang="en-ZA" sz="7200" dirty="0"/>
          </a:p>
        </p:txBody>
      </p:sp>
    </p:spTree>
    <p:extLst>
      <p:ext uri="{BB962C8B-B14F-4D97-AF65-F5344CB8AC3E}">
        <p14:creationId xmlns:p14="http://schemas.microsoft.com/office/powerpoint/2010/main" val="305442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 smtClean="0"/>
              <a:t>The </a:t>
            </a:r>
            <a:r>
              <a:rPr lang="en-ZA" dirty="0" smtClean="0"/>
              <a:t>Solution</a:t>
            </a: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0554" y="4520725"/>
            <a:ext cx="7662864" cy="2473667"/>
          </a:xfrm>
        </p:spPr>
        <p:txBody>
          <a:bodyPr/>
          <a:lstStyle/>
          <a:p>
            <a:pPr marL="0" indent="0">
              <a:buNone/>
            </a:pPr>
            <a:r>
              <a:rPr lang="en-ZA" sz="4800" dirty="0" err="1" smtClean="0"/>
              <a:t>pushState</a:t>
            </a:r>
            <a:r>
              <a:rPr lang="en-ZA" sz="4800" dirty="0" smtClean="0"/>
              <a:t> + AJAX = PJAX</a:t>
            </a:r>
          </a:p>
          <a:p>
            <a:endParaRPr lang="en-ZA" dirty="0"/>
          </a:p>
        </p:txBody>
      </p:sp>
      <p:pic>
        <p:nvPicPr>
          <p:cNvPr id="3074" name="Picture 2" descr="http://www.w3.org/html/logo/downloads/HTML5_Logo_512.pn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4823" y="2240170"/>
            <a:ext cx="2160913" cy="2160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9823" y="2259370"/>
            <a:ext cx="2261355" cy="2261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33146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 smtClean="0"/>
              <a:t>PJAX</a:t>
            </a: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9775" y="2463800"/>
            <a:ext cx="7662864" cy="3822700"/>
          </a:xfrm>
        </p:spPr>
        <p:txBody>
          <a:bodyPr>
            <a:normAutofit/>
          </a:bodyPr>
          <a:lstStyle/>
          <a:p>
            <a:r>
              <a:rPr lang="en-ZA" dirty="0" err="1" smtClean="0"/>
              <a:t>Bookmarkable</a:t>
            </a:r>
            <a:r>
              <a:rPr lang="en-ZA" dirty="0" smtClean="0"/>
              <a:t> Permanent Links</a:t>
            </a:r>
          </a:p>
          <a:p>
            <a:r>
              <a:rPr lang="en-ZA" dirty="0" smtClean="0"/>
              <a:t>Fully degradable in unsupported browsers</a:t>
            </a:r>
          </a:p>
          <a:p>
            <a:r>
              <a:rPr lang="en-ZA" dirty="0" smtClean="0"/>
              <a:t>Supported in major browsers</a:t>
            </a:r>
          </a:p>
          <a:p>
            <a:pPr lvl="1"/>
            <a:r>
              <a:rPr lang="en-ZA" dirty="0" smtClean="0"/>
              <a:t>Firefox 4+</a:t>
            </a:r>
          </a:p>
          <a:p>
            <a:pPr lvl="1"/>
            <a:r>
              <a:rPr lang="en-ZA" dirty="0" smtClean="0"/>
              <a:t>Safari 5+</a:t>
            </a:r>
          </a:p>
          <a:p>
            <a:pPr lvl="1"/>
            <a:r>
              <a:rPr lang="en-ZA" dirty="0" smtClean="0"/>
              <a:t>Chrome 8+</a:t>
            </a:r>
          </a:p>
          <a:p>
            <a:pPr lvl="1"/>
            <a:r>
              <a:rPr lang="en-ZA" dirty="0" smtClean="0"/>
              <a:t>Android 2.2+</a:t>
            </a:r>
          </a:p>
          <a:p>
            <a:pPr lvl="1"/>
            <a:r>
              <a:rPr lang="en-ZA" dirty="0" smtClean="0"/>
              <a:t>Opera 11.5+</a:t>
            </a:r>
            <a:endParaRPr lang="en-ZA" dirty="0" smtClean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6823" y="3719870"/>
            <a:ext cx="2261355" cy="2261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14999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 smtClean="0"/>
              <a:t>Sample</a:t>
            </a: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9144000" cy="7063383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</p:pic>
      <p:sp>
        <p:nvSpPr>
          <p:cNvPr id="4" name="TextBox 3"/>
          <p:cNvSpPr txBox="1"/>
          <p:nvPr/>
        </p:nvSpPr>
        <p:spPr>
          <a:xfrm>
            <a:off x="5760926" y="2581480"/>
            <a:ext cx="1741219" cy="369332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Static Content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 flipH="1" flipV="1">
            <a:off x="6631536" y="1738138"/>
            <a:ext cx="17092" cy="847290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H="1">
            <a:off x="5306938" y="2950812"/>
            <a:ext cx="914400" cy="465488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0089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 smtClean="0"/>
              <a:t>Resources</a:t>
            </a: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dirty="0" err="1" smtClean="0"/>
              <a:t>jQuery</a:t>
            </a:r>
            <a:r>
              <a:rPr lang="en-ZA" dirty="0" smtClean="0"/>
              <a:t>: </a:t>
            </a:r>
            <a:r>
              <a:rPr lang="en-ZA" dirty="0" smtClean="0">
                <a:hlinkClick r:id="rId2"/>
              </a:rPr>
              <a:t>http://jquery.com</a:t>
            </a:r>
            <a:endParaRPr lang="en-ZA" dirty="0" smtClean="0"/>
          </a:p>
          <a:p>
            <a:r>
              <a:rPr lang="en-ZA" dirty="0" err="1" smtClean="0"/>
              <a:t>jQuery</a:t>
            </a:r>
            <a:r>
              <a:rPr lang="en-ZA" dirty="0" smtClean="0"/>
              <a:t> PJAX plugin: </a:t>
            </a:r>
            <a:br>
              <a:rPr lang="en-ZA" dirty="0" smtClean="0"/>
            </a:br>
            <a:r>
              <a:rPr lang="en-ZA" dirty="0" smtClean="0">
                <a:hlinkClick r:id="rId3"/>
              </a:rPr>
              <a:t>http://github.com/defunkt/jquery-pjax</a:t>
            </a:r>
            <a:endParaRPr lang="en-ZA" dirty="0" smtClean="0"/>
          </a:p>
          <a:p>
            <a:r>
              <a:rPr lang="en-ZA" dirty="0" smtClean="0"/>
              <a:t>The </a:t>
            </a:r>
            <a:r>
              <a:rPr lang="en-ZA" dirty="0" err="1" smtClean="0"/>
              <a:t>McDev</a:t>
            </a:r>
            <a:r>
              <a:rPr lang="en-ZA" dirty="0" smtClean="0"/>
              <a:t> Blog:</a:t>
            </a:r>
            <a:br>
              <a:rPr lang="en-ZA" dirty="0" smtClean="0"/>
            </a:br>
            <a:r>
              <a:rPr lang="en-ZA" dirty="0" smtClean="0">
                <a:hlinkClick r:id="rId4"/>
              </a:rPr>
              <a:t>http://mcdev.za.net</a:t>
            </a:r>
            <a:endParaRPr lang="en-ZA" dirty="0" smtClean="0"/>
          </a:p>
          <a:p>
            <a:endParaRPr lang="en-ZA" dirty="0"/>
          </a:p>
        </p:txBody>
      </p:sp>
      <p:pic>
        <p:nvPicPr>
          <p:cNvPr id="2050" name="Picture 2" descr="The McDev Blo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1177" y="4391211"/>
            <a:ext cx="1938368" cy="7268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4777" y="2624464"/>
            <a:ext cx="3140623" cy="101347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47737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 smtClean="0"/>
              <a:t>More JavaScript</a:t>
            </a: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dirty="0" smtClean="0"/>
              <a:t>Backbone.js</a:t>
            </a:r>
            <a:br>
              <a:rPr lang="en-ZA" dirty="0" smtClean="0"/>
            </a:br>
            <a:r>
              <a:rPr lang="en-ZA" dirty="0" smtClean="0">
                <a:hlinkClick r:id="rId2"/>
              </a:rPr>
              <a:t>http</a:t>
            </a:r>
            <a:r>
              <a:rPr lang="en-ZA" dirty="0">
                <a:hlinkClick r:id="rId2"/>
              </a:rPr>
              <a:t>://documentcloud.github.com/backbone</a:t>
            </a:r>
            <a:r>
              <a:rPr lang="en-ZA" dirty="0" smtClean="0">
                <a:hlinkClick r:id="rId2"/>
              </a:rPr>
              <a:t>/</a:t>
            </a:r>
            <a:endParaRPr lang="en-ZA" dirty="0" smtClean="0"/>
          </a:p>
          <a:p>
            <a:r>
              <a:rPr lang="en-ZA" dirty="0" smtClean="0"/>
              <a:t>Node.js (Asynchronous Servers in JavaScript)</a:t>
            </a:r>
            <a:r>
              <a:rPr lang="en-ZA" dirty="0"/>
              <a:t/>
            </a:r>
            <a:br>
              <a:rPr lang="en-ZA" dirty="0"/>
            </a:br>
            <a:r>
              <a:rPr lang="en-ZA" dirty="0">
                <a:hlinkClick r:id="rId3"/>
              </a:rPr>
              <a:t>http://nodejs.org</a:t>
            </a:r>
            <a:r>
              <a:rPr lang="en-ZA" dirty="0" smtClean="0">
                <a:hlinkClick r:id="rId3"/>
              </a:rPr>
              <a:t>/</a:t>
            </a:r>
            <a:endParaRPr lang="en-ZA" dirty="0" smtClean="0"/>
          </a:p>
          <a:p>
            <a:r>
              <a:rPr lang="en-ZA" dirty="0" err="1" smtClean="0"/>
              <a:t>Schalk</a:t>
            </a:r>
            <a:r>
              <a:rPr lang="en-ZA" dirty="0" smtClean="0"/>
              <a:t> </a:t>
            </a:r>
            <a:r>
              <a:rPr lang="en-ZA" dirty="0" err="1" smtClean="0"/>
              <a:t>Neethling</a:t>
            </a:r>
            <a:r>
              <a:rPr lang="en-ZA" dirty="0" smtClean="0"/>
              <a:t> – “Watcher” @ 11:30 in Room 1</a:t>
            </a:r>
          </a:p>
          <a:p>
            <a:r>
              <a:rPr lang="en-ZA" dirty="0" smtClean="0"/>
              <a:t>Martin Cronje – “RIA the way it was supposed to be” – Next in Room 2</a:t>
            </a:r>
          </a:p>
          <a:p>
            <a:endParaRPr lang="en-ZA" dirty="0" smtClean="0"/>
          </a:p>
          <a:p>
            <a:endParaRPr lang="en-ZA" dirty="0" smtClean="0"/>
          </a:p>
        </p:txBody>
      </p:sp>
    </p:spTree>
    <p:extLst>
      <p:ext uri="{BB962C8B-B14F-4D97-AF65-F5344CB8AC3E}">
        <p14:creationId xmlns:p14="http://schemas.microsoft.com/office/powerpoint/2010/main" val="2585190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Genesis">
  <a:themeElements>
    <a:clrScheme name="Genesis">
      <a:dk1>
        <a:sysClr val="windowText" lastClr="000000"/>
      </a:dk1>
      <a:lt1>
        <a:sysClr val="window" lastClr="FFFFFF"/>
      </a:lt1>
      <a:dk2>
        <a:srgbClr val="465466"/>
      </a:dk2>
      <a:lt2>
        <a:srgbClr val="BBD7F8"/>
      </a:lt2>
      <a:accent1>
        <a:srgbClr val="80B606"/>
      </a:accent1>
      <a:accent2>
        <a:srgbClr val="E29F1D"/>
      </a:accent2>
      <a:accent3>
        <a:srgbClr val="2397E2"/>
      </a:accent3>
      <a:accent4>
        <a:srgbClr val="35ACA2"/>
      </a:accent4>
      <a:accent5>
        <a:srgbClr val="5430BB"/>
      </a:accent5>
      <a:accent6>
        <a:srgbClr val="8D34E0"/>
      </a:accent6>
      <a:hlink>
        <a:srgbClr val="00B0F0"/>
      </a:hlink>
      <a:folHlink>
        <a:srgbClr val="0070C0"/>
      </a:folHlink>
    </a:clrScheme>
    <a:fontScheme name="Genesis">
      <a:majorFont>
        <a:latin typeface="Calisto MT"/>
        <a:ea typeface=""/>
        <a:cs typeface=""/>
        <a:font script="Jpan" typeface="ＭＳ 明朝"/>
        <a:font script="Hans" typeface="宋体"/>
        <a:font script="Hant" typeface="新細明體"/>
      </a:majorFont>
      <a:minorFont>
        <a:latin typeface="Calisto MT"/>
        <a:ea typeface=""/>
        <a:cs typeface=""/>
        <a:font script="Jpan" typeface="ＭＳ 明朝"/>
        <a:font script="Hans" typeface="宋体"/>
        <a:font script="Hant" typeface="新細明體"/>
      </a:minorFont>
    </a:fontScheme>
    <a:fmtScheme name="Genesis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00000"/>
                <a:greenMod val="110000"/>
              </a:schemeClr>
            </a:gs>
            <a:gs pos="75000">
              <a:schemeClr val="phClr">
                <a:tint val="40000"/>
                <a:satMod val="150000"/>
                <a:redMod val="100000"/>
                <a:blueMod val="100000"/>
              </a:schemeClr>
            </a:gs>
            <a:gs pos="100000">
              <a:schemeClr val="phClr">
                <a:tint val="60000"/>
                <a:satMod val="120000"/>
                <a:redMod val="100000"/>
                <a:blueMod val="100000"/>
              </a:schemeClr>
            </a:gs>
          </a:gsLst>
          <a:path path="circle">
            <a:fillToRect l="25000" t="25000" r="5000" b="5000"/>
          </a:path>
        </a:gradFill>
        <a:gradFill rotWithShape="1">
          <a:gsLst>
            <a:gs pos="0">
              <a:schemeClr val="phClr">
                <a:tint val="50000"/>
                <a:shade val="100000"/>
                <a:alpha val="100000"/>
                <a:satMod val="150000"/>
              </a:schemeClr>
            </a:gs>
            <a:gs pos="40000">
              <a:schemeClr val="phClr">
                <a:tint val="70000"/>
                <a:shade val="100000"/>
                <a:alpha val="100000"/>
                <a:satMod val="150000"/>
              </a:schemeClr>
            </a:gs>
            <a:gs pos="100000">
              <a:schemeClr val="phClr">
                <a:shade val="90000"/>
                <a:satMod val="11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88900" dist="50800" dir="11400000" sx="102000" sy="101000" algn="tl" rotWithShape="0">
              <a:srgbClr val="000000">
                <a:alpha val="35000"/>
              </a:srgbClr>
            </a:outerShdw>
          </a:effectLst>
          <a:scene3d>
            <a:camera prst="perspectiveFront" fov="4800000"/>
            <a:lightRig rig="morning" dir="tl"/>
          </a:scene3d>
          <a:sp3d prstMaterial="softmetal">
            <a:bevelT w="0" h="0"/>
          </a:sp3d>
        </a:effectStyle>
        <a:effectStyle>
          <a:effectLst>
            <a:innerShdw blurRad="50800" dist="25400" dir="13500000">
              <a:srgbClr val="000000">
                <a:alpha val="75000"/>
              </a:srgbClr>
            </a:innerShdw>
            <a:reflection blurRad="101600" stA="40000" endPos="50000" dist="63500" dir="5400000" fadeDir="7200000" sy="-100000" kx="300000" rotWithShape="0"/>
          </a:effectLst>
          <a:scene3d>
            <a:camera prst="orthographicFront">
              <a:rot lat="0" lon="0" rev="0"/>
            </a:camera>
            <a:lightRig rig="chilly" dir="tr">
              <a:rot lat="0" lon="0" rev="1200000"/>
            </a:lightRig>
          </a:scene3d>
          <a:sp3d prstMaterial="plastic">
            <a:bevelT w="0" h="0"/>
          </a:sp3d>
        </a:effectStyle>
      </a:effectStyleLst>
      <a:bgFillStyleLst>
        <a:blipFill rotWithShape="1">
          <a:blip xmlns:r="http://schemas.openxmlformats.org/officeDocument/2006/relationships" r:embed="rId1"/>
          <a:stretch/>
        </a:blipFill>
        <a:blipFill rotWithShape="1">
          <a:blip xmlns:r="http://schemas.openxmlformats.org/officeDocument/2006/relationships" r:embed="rId2"/>
          <a:stretch/>
        </a:blipFill>
        <a:blipFill rotWithShape="1">
          <a:blip xmlns:r="http://schemas.openxmlformats.org/officeDocument/2006/relationships" r:embed="rId3"/>
          <a:stretch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Genesis.thmx</Template>
  <TotalTime>2325</TotalTime>
  <Words>156</Words>
  <Application>Microsoft Office PowerPoint</Application>
  <PresentationFormat>On-screen Show (4:3)</PresentationFormat>
  <Paragraphs>53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Genesis</vt:lpstr>
      <vt:lpstr>jQuery PJAX</vt:lpstr>
      <vt:lpstr>this.Speaker.ToString();</vt:lpstr>
      <vt:lpstr>The Interactive Web</vt:lpstr>
      <vt:lpstr>The First Evolution</vt:lpstr>
      <vt:lpstr>PowerPoint Presentation</vt:lpstr>
      <vt:lpstr>Interactive Web (AJAX)</vt:lpstr>
      <vt:lpstr>The Problems</vt:lpstr>
      <vt:lpstr>The Solution</vt:lpstr>
      <vt:lpstr>PJAX</vt:lpstr>
      <vt:lpstr>Sample</vt:lpstr>
      <vt:lpstr>Resources</vt:lpstr>
      <vt:lpstr>More JavaScript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jQuery PJAX</dc:title>
  <dc:creator>Kevin McKelvin</dc:creator>
  <cp:lastModifiedBy>Kevin</cp:lastModifiedBy>
  <cp:revision>23</cp:revision>
  <dcterms:created xsi:type="dcterms:W3CDTF">2011-08-10T08:31:10Z</dcterms:created>
  <dcterms:modified xsi:type="dcterms:W3CDTF">2011-08-13T05:35:20Z</dcterms:modified>
</cp:coreProperties>
</file>